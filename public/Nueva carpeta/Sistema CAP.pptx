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>
        <p:scale>
          <a:sx n="80" d="100"/>
          <a:sy n="80" d="100"/>
        </p:scale>
        <p:origin x="48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5F9E9-0B16-4F70-AC34-54F01A36311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41AC-953F-4645-9A70-F54C7D52E7DC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85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5F9E9-0B16-4F70-AC34-54F01A36311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41AC-953F-4645-9A70-F54C7D52E7D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861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5F9E9-0B16-4F70-AC34-54F01A36311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41AC-953F-4645-9A70-F54C7D52E7DC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659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5F9E9-0B16-4F70-AC34-54F01A36311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41AC-953F-4645-9A70-F54C7D52E7D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87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5F9E9-0B16-4F70-AC34-54F01A36311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41AC-953F-4645-9A70-F54C7D52E7D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40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5F9E9-0B16-4F70-AC34-54F01A36311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41AC-953F-4645-9A70-F54C7D52E7D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60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5F9E9-0B16-4F70-AC34-54F01A36311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41AC-953F-4645-9A70-F54C7D52E7D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2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D55F9E9-0B16-4F70-AC34-54F01A36311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DF41AC-953F-4645-9A70-F54C7D52E7D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540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5F9E9-0B16-4F70-AC34-54F01A36311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41AC-953F-4645-9A70-F54C7D52E7D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34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5F9E9-0B16-4F70-AC34-54F01A36311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41AC-953F-4645-9A70-F54C7D52E7D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564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5F9E9-0B16-4F70-AC34-54F01A36311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41AC-953F-4645-9A70-F54C7D52E7D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77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D55F9E9-0B16-4F70-AC34-54F01A36311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8DF41AC-953F-4645-9A70-F54C7D52E7DC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224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951522" y="166288"/>
            <a:ext cx="10058400" cy="1450757"/>
          </a:xfrm>
        </p:spPr>
        <p:txBody>
          <a:bodyPr/>
          <a:lstStyle/>
          <a:p>
            <a:r>
              <a:rPr lang="es-AR" b="1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Consulta en Sistema </a:t>
            </a:r>
            <a:br>
              <a:rPr lang="es-AR" b="1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</a:br>
            <a:r>
              <a:rPr lang="es-AR" b="1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para Sub Comisiones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1" name="Marcador de contenido 10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40642" t="18881" r="22571" b="16025"/>
          <a:stretch/>
        </p:blipFill>
        <p:spPr>
          <a:xfrm>
            <a:off x="2348564" y="2400553"/>
            <a:ext cx="2683043" cy="2967338"/>
          </a:xfrm>
          <a:prstGeom prst="rect">
            <a:avLst/>
          </a:prstGeom>
        </p:spPr>
      </p:pic>
      <p:sp>
        <p:nvSpPr>
          <p:cNvPr id="15" name="CuadroTexto 14"/>
          <p:cNvSpPr txBox="1"/>
          <p:nvPr/>
        </p:nvSpPr>
        <p:spPr>
          <a:xfrm>
            <a:off x="6220459" y="3068052"/>
            <a:ext cx="31883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Usuario: Consultas</a:t>
            </a:r>
          </a:p>
          <a:p>
            <a:r>
              <a:rPr lang="es-AR" sz="2000" b="1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Contraseña: U</a:t>
            </a:r>
            <a:endParaRPr lang="en-US" sz="20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5979" cy="15159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82532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15826" t="27586" r="15346" b="26865"/>
          <a:stretch/>
        </p:blipFill>
        <p:spPr>
          <a:xfrm>
            <a:off x="1900989" y="2215979"/>
            <a:ext cx="8407474" cy="3477437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789946" y="677681"/>
            <a:ext cx="3970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s-AR" sz="2400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Administración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s-AR" sz="2400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Club/Socios/Cursos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s-AR" sz="2400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Consultas Varias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5979" cy="15159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3861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contenido 10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723" t="24393" r="8776" b="7310"/>
          <a:stretch/>
        </p:blipFill>
        <p:spPr>
          <a:xfrm>
            <a:off x="1371599" y="1973179"/>
            <a:ext cx="8908571" cy="4396079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5979" cy="15159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CuadroTexto 12"/>
          <p:cNvSpPr txBox="1"/>
          <p:nvPr/>
        </p:nvSpPr>
        <p:spPr>
          <a:xfrm>
            <a:off x="1744580" y="601578"/>
            <a:ext cx="94447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Totales cobrados agrupados </a:t>
            </a:r>
          </a:p>
          <a:p>
            <a:r>
              <a:rPr lang="es-AR" sz="2800" b="1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por Familia o Subcomisión </a:t>
            </a:r>
            <a:endParaRPr lang="en-US" sz="28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644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9339" t="31100" r="6336" b="8704"/>
          <a:stretch/>
        </p:blipFill>
        <p:spPr>
          <a:xfrm>
            <a:off x="1515979" y="2223012"/>
            <a:ext cx="8674443" cy="387026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5979" cy="15159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CuadroTexto 3"/>
          <p:cNvSpPr txBox="1"/>
          <p:nvPr/>
        </p:nvSpPr>
        <p:spPr>
          <a:xfrm>
            <a:off x="1515979" y="315650"/>
            <a:ext cx="96613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Totales cobrados agrupados </a:t>
            </a:r>
          </a:p>
          <a:p>
            <a:r>
              <a:rPr lang="es-AR" sz="2800" b="1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por articulo dentro de cada familia</a:t>
            </a:r>
          </a:p>
          <a:p>
            <a:endParaRPr lang="en-US" sz="24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800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14565" t="17784" r="10841" b="19946"/>
          <a:stretch/>
        </p:blipFill>
        <p:spPr>
          <a:xfrm>
            <a:off x="1515979" y="1515979"/>
            <a:ext cx="8930572" cy="465943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5979" cy="15159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CuadroTexto 3"/>
          <p:cNvSpPr txBox="1"/>
          <p:nvPr/>
        </p:nvSpPr>
        <p:spPr>
          <a:xfrm>
            <a:off x="2779295" y="280935"/>
            <a:ext cx="610102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Totales cobrados por articulo </a:t>
            </a:r>
          </a:p>
          <a:p>
            <a:r>
              <a:rPr lang="es-AR" sz="2800" b="1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dentro de cada familia</a:t>
            </a:r>
            <a:endParaRPr lang="en-US" sz="28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26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14926" t="18937" r="11381" b="17928"/>
          <a:stretch/>
        </p:blipFill>
        <p:spPr>
          <a:xfrm>
            <a:off x="2318795" y="1713744"/>
            <a:ext cx="6911525" cy="3700792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5979" cy="15159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CuadroTexto 3"/>
          <p:cNvSpPr txBox="1"/>
          <p:nvPr/>
        </p:nvSpPr>
        <p:spPr>
          <a:xfrm>
            <a:off x="2439111" y="655875"/>
            <a:ext cx="32424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Cursos por mes</a:t>
            </a:r>
            <a:endParaRPr lang="en-US" sz="28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3908" t="11571" r="23725" b="19848"/>
          <a:stretch/>
        </p:blipFill>
        <p:spPr>
          <a:xfrm>
            <a:off x="950494" y="1752993"/>
            <a:ext cx="7671050" cy="4087200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1636294" y="280269"/>
            <a:ext cx="813334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¿</a:t>
            </a:r>
            <a:r>
              <a:rPr lang="es-AR" sz="3200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Como nos hacemos de la información para poder usarla?</a:t>
            </a:r>
          </a:p>
          <a:p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5979" cy="15159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5481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r="-587" b="-84"/>
          <a:stretch/>
        </p:blipFill>
        <p:spPr>
          <a:xfrm>
            <a:off x="1682502" y="1515979"/>
            <a:ext cx="6842715" cy="382790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5979" cy="15159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93350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92" y="160338"/>
            <a:ext cx="5831306" cy="5831306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5221705" y="1952606"/>
            <a:ext cx="42230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800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Gracias por acompañar </a:t>
            </a:r>
          </a:p>
          <a:p>
            <a:pPr algn="ctr"/>
            <a:r>
              <a:rPr lang="es-AR" sz="2800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el desarrollo de </a:t>
            </a:r>
          </a:p>
          <a:p>
            <a:pPr algn="ctr"/>
            <a:r>
              <a:rPr lang="es-AR" sz="2800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nuestro querido club </a:t>
            </a:r>
          </a:p>
          <a:p>
            <a:pPr algn="ctr"/>
            <a:r>
              <a:rPr lang="es-AR" sz="2800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con su Pasión !!!</a:t>
            </a:r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endParaRPr lang="es-AR" sz="2800" dirty="0" smtClean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5969202" y="3244334"/>
            <a:ext cx="253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dirty="0" smtClean="0">
                <a:effectLst/>
              </a:rPr>
              <a:t> </a:t>
            </a:r>
            <a:endParaRPr lang="en-US" dirty="0"/>
          </a:p>
        </p:txBody>
      </p:sp>
      <p:sp>
        <p:nvSpPr>
          <p:cNvPr id="12" name="AutoShape 2" descr="blob:https://web.whatsapp.com/3d560407-8aa3-4360-82ff-3d2277f8792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94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ción">
  <a:themeElements>
    <a:clrScheme name="Retrospecció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91</TotalTime>
  <Words>64</Words>
  <Application>Microsoft Office PowerPoint</Application>
  <PresentationFormat>Panorámica</PresentationFormat>
  <Paragraphs>19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Courier New</vt:lpstr>
      <vt:lpstr>Retrospección</vt:lpstr>
      <vt:lpstr>Consulta en Sistema  para Sub Comisiones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para Sub Comisiones</dc:title>
  <dc:creator>Core-i3</dc:creator>
  <cp:lastModifiedBy>Core-i3</cp:lastModifiedBy>
  <cp:revision>10</cp:revision>
  <dcterms:created xsi:type="dcterms:W3CDTF">2025-11-10T15:09:46Z</dcterms:created>
  <dcterms:modified xsi:type="dcterms:W3CDTF">2025-11-10T16:40:50Z</dcterms:modified>
</cp:coreProperties>
</file>